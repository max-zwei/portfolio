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B9347-93FE-4DBB-B320-AD091D0C7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9E647E-6EC9-4918-954A-EB6E8B0CBC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D4883-4F50-484A-AC67-864B88273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40DB0-ED1F-4B61-BF5A-1BBA13C458E7}" type="datetimeFigureOut">
              <a:rPr lang="en-DE" smtClean="0"/>
              <a:t>11/25/2024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68078-1EC1-44B8-9B36-EC26440B7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7F8A7-6A44-40CF-A598-AD665C937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0C65D-741B-4136-A68F-461E251521BF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29721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3D4AD-D336-4A8B-80EA-C0F8F457B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8C1F6-B6D0-4867-A53E-E74F22473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B3492-A6CE-4F4C-B88C-5ACC57315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40DB0-ED1F-4B61-BF5A-1BBA13C458E7}" type="datetimeFigureOut">
              <a:rPr lang="en-DE" smtClean="0"/>
              <a:t>11/25/2024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2AD35-B1CE-4E87-A24D-DB378C5E5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44368-E626-4C8A-8B3D-70B3F6C03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0C65D-741B-4136-A68F-461E251521BF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85671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91F35-2DBF-4A38-B4B8-BB248A68C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BDC6BC-240A-4B76-B0E4-F2B59624C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C4C30-BDFB-4D13-BB90-9ABCA1E52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40DB0-ED1F-4B61-BF5A-1BBA13C458E7}" type="datetimeFigureOut">
              <a:rPr lang="en-DE" smtClean="0"/>
              <a:t>11/25/2024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67EBB-8180-4DA6-B271-34541AB71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B22891-62B1-4DA3-8CA5-749DEB55E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0C65D-741B-4136-A68F-461E251521BF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92467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64C83-6450-4219-AB75-4AD68A5DA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4314B-D58C-41FE-A45A-B12372D285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FFC532-6844-4DC9-8515-692BA95F83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96E8C-21E6-4E71-BC4A-3A98A8259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40DB0-ED1F-4B61-BF5A-1BBA13C458E7}" type="datetimeFigureOut">
              <a:rPr lang="en-DE" smtClean="0"/>
              <a:t>11/25/2024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8DEBE0-6FAE-4C4A-AB76-59DF06976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CBDF8D-3C75-4B0C-A709-82644BB71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0C65D-741B-4136-A68F-461E251521BF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9652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30076-A134-4DF3-AE1B-5811684EF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66258D-32C4-477C-8EE3-0F095FA867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03F39D-781E-4D0F-9F36-0CE6469D61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840B9C-9AAC-492D-80A8-A1458A6234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767F1A-CC5D-454E-918E-23C2F1A581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3B273F-F00D-4F5C-AB34-6D32DC550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40DB0-ED1F-4B61-BF5A-1BBA13C458E7}" type="datetimeFigureOut">
              <a:rPr lang="en-DE" smtClean="0"/>
              <a:t>11/25/2024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8E9D76-0E0C-488A-90BD-49B4C33EF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BEA814-3FBC-44D8-98C8-B7283E40C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0C65D-741B-4136-A68F-461E251521BF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15485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0489C-CB70-4700-86E8-6B9BD10AC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721184-C476-4E6C-B6E0-4BAF8B547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40DB0-ED1F-4B61-BF5A-1BBA13C458E7}" type="datetimeFigureOut">
              <a:rPr lang="en-DE" smtClean="0"/>
              <a:t>11/25/2024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C66F9B-764C-49CF-9DEE-388034C58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14EFD6-F36D-445D-B0F5-AFE4A0060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0C65D-741B-4136-A68F-461E251521BF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0924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14D131-42E4-4E68-98DC-F6A210871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40DB0-ED1F-4B61-BF5A-1BBA13C458E7}" type="datetimeFigureOut">
              <a:rPr lang="en-DE" smtClean="0"/>
              <a:t>11/25/2024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C2B61A-1790-4328-9E71-7FA633F02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F2AF21-DEBF-46A3-B60B-A94FD7116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0C65D-741B-4136-A68F-461E251521BF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27813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6188B-C459-4F4F-BD94-3FF797398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2425F-1421-4AC2-ACC9-264F6EDCD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668E88-3AF9-46DA-9965-A6F0258AA9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97395E-DD34-43BF-972E-8A2762E13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40DB0-ED1F-4B61-BF5A-1BBA13C458E7}" type="datetimeFigureOut">
              <a:rPr lang="en-DE" smtClean="0"/>
              <a:t>11/25/2024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B52646-1883-4CAB-B691-B93323367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476AB9-9DF7-44AC-AC10-FC7D5B033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0C65D-741B-4136-A68F-461E251521BF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42791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7C1BD-08BD-4483-AB38-1CFAD0266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67E07F-357D-410D-9A4C-98DA328362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609901-30A6-478C-96C4-9F8FDCAA02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72752-8D2C-4630-907A-62B2C1D6D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40DB0-ED1F-4B61-BF5A-1BBA13C458E7}" type="datetimeFigureOut">
              <a:rPr lang="en-DE" smtClean="0"/>
              <a:t>11/25/2024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FD100B-1E6F-4AD0-9089-E9DA6A33E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39C709-1894-4B9B-BB36-EE6A09969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0C65D-741B-4136-A68F-461E251521BF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56169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E89E4-7938-4A25-B952-858959549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570ADD-64E6-448D-8909-94BDC850CD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31573-432C-4C45-A829-3E980DD5B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40DB0-ED1F-4B61-BF5A-1BBA13C458E7}" type="datetimeFigureOut">
              <a:rPr lang="en-DE" smtClean="0"/>
              <a:t>11/25/2024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A0054-8CB9-4C04-B307-5B55B071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C1596-1456-4EB9-B5BB-174B9AA98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0C65D-741B-4136-A68F-461E251521BF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89025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4F516E-DA1B-42DD-BD8D-53AD1CE4A9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AC19B3-311B-4E65-83DE-01D1460F4C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56D91-6C61-4E9C-8A2E-6B86627BE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40DB0-ED1F-4B61-BF5A-1BBA13C458E7}" type="datetimeFigureOut">
              <a:rPr lang="en-DE" smtClean="0"/>
              <a:t>11/25/2024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E3035-A21C-4689-9DF8-222B02556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25839-8356-4C0D-82A1-6AD1C3974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0C65D-741B-4136-A68F-461E251521BF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64597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992A98-09FE-44DD-9DE1-497A583E2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A3A54B-6C98-487A-9320-305DC79E8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3086C-3D86-454B-93CD-D17D90263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640DB0-ED1F-4B61-BF5A-1BBA13C458E7}" type="datetimeFigureOut">
              <a:rPr lang="en-DE" smtClean="0"/>
              <a:t>11/25/2024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A2933-F24F-4CEC-BE0B-BFD8C41DA5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58539-DF89-4A25-A8C9-BE26B6F0C4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B0C65D-741B-4136-A68F-461E251521BF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27888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lock&#10;&#10;Description automatically generated">
            <a:extLst>
              <a:ext uri="{FF2B5EF4-FFF2-40B4-BE49-F238E27FC236}">
                <a16:creationId xmlns:a16="http://schemas.microsoft.com/office/drawing/2014/main" id="{43ECFA51-073F-46BB-B51D-D1093C2C45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463096"/>
            <a:ext cx="11273118" cy="59318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B0F3E9-F080-4F8F-9C1F-70AF170D1C5D}"/>
              </a:ext>
            </a:extLst>
          </p:cNvPr>
          <p:cNvSpPr txBox="1"/>
          <p:nvPr/>
        </p:nvSpPr>
        <p:spPr>
          <a:xfrm>
            <a:off x="2821560" y="4733434"/>
            <a:ext cx="632289" cy="369332"/>
          </a:xfrm>
          <a:prstGeom prst="rect">
            <a:avLst/>
          </a:prstGeom>
          <a:solidFill>
            <a:srgbClr val="FFFF00">
              <a:alpha val="68000"/>
            </a:srgb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Start</a:t>
            </a:r>
            <a:endParaRPr lang="en-DE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7DC60B0-22E0-4E9A-876E-199974913801}"/>
              </a:ext>
            </a:extLst>
          </p:cNvPr>
          <p:cNvCxnSpPr/>
          <p:nvPr/>
        </p:nvCxnSpPr>
        <p:spPr>
          <a:xfrm flipH="1">
            <a:off x="2416207" y="4918100"/>
            <a:ext cx="405353" cy="245096"/>
          </a:xfrm>
          <a:prstGeom prst="line">
            <a:avLst/>
          </a:prstGeom>
          <a:ln w="2540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04903F1-6A02-4321-A063-8404DFE2415A}"/>
              </a:ext>
            </a:extLst>
          </p:cNvPr>
          <p:cNvSpPr txBox="1"/>
          <p:nvPr/>
        </p:nvSpPr>
        <p:spPr>
          <a:xfrm>
            <a:off x="9050910" y="2428304"/>
            <a:ext cx="615874" cy="369332"/>
          </a:xfrm>
          <a:prstGeom prst="rect">
            <a:avLst/>
          </a:prstGeom>
          <a:solidFill>
            <a:srgbClr val="FFFF00">
              <a:alpha val="68000"/>
            </a:srgbClr>
          </a:solidFill>
        </p:spPr>
        <p:txBody>
          <a:bodyPr wrap="none" rtlCol="0">
            <a:spAutoFit/>
          </a:bodyPr>
          <a:lstStyle>
            <a:defPPr>
              <a:defRPr lang="en-DE"/>
            </a:defPPr>
          </a:lstStyle>
          <a:p>
            <a:r>
              <a:rPr lang="en-US" dirty="0"/>
              <a:t>Goal</a:t>
            </a:r>
            <a:endParaRPr lang="en-DE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077AC69-4FD6-4578-A187-6C3F7A4BA029}"/>
              </a:ext>
            </a:extLst>
          </p:cNvPr>
          <p:cNvCxnSpPr>
            <a:cxnSpLocks/>
          </p:cNvCxnSpPr>
          <p:nvPr/>
        </p:nvCxnSpPr>
        <p:spPr>
          <a:xfrm flipH="1" flipV="1">
            <a:off x="8788400" y="2000250"/>
            <a:ext cx="323850" cy="495300"/>
          </a:xfrm>
          <a:prstGeom prst="line">
            <a:avLst/>
          </a:prstGeom>
          <a:ln w="2540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6FC5E76-BD84-4BD7-8E9A-A97FC985F917}"/>
              </a:ext>
            </a:extLst>
          </p:cNvPr>
          <p:cNvCxnSpPr/>
          <p:nvPr/>
        </p:nvCxnSpPr>
        <p:spPr>
          <a:xfrm flipH="1">
            <a:off x="3200924" y="2475717"/>
            <a:ext cx="405353" cy="245096"/>
          </a:xfrm>
          <a:prstGeom prst="line">
            <a:avLst/>
          </a:prstGeom>
          <a:ln w="2540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9B8BDFE-B5FE-47AA-A5F0-F42AE36BC96C}"/>
              </a:ext>
            </a:extLst>
          </p:cNvPr>
          <p:cNvSpPr txBox="1"/>
          <p:nvPr/>
        </p:nvSpPr>
        <p:spPr>
          <a:xfrm>
            <a:off x="3606276" y="2228933"/>
            <a:ext cx="2428764" cy="830997"/>
          </a:xfrm>
          <a:prstGeom prst="rect">
            <a:avLst/>
          </a:prstGeom>
          <a:solidFill>
            <a:srgbClr val="FFFF00">
              <a:alpha val="68000"/>
            </a:srgbClr>
          </a:solidFill>
        </p:spPr>
        <p:txBody>
          <a:bodyPr wrap="square" rtlCol="0">
            <a:spAutoFit/>
          </a:bodyPr>
          <a:lstStyle>
            <a:defPPr>
              <a:defRPr lang="en-DE"/>
            </a:defPPr>
          </a:lstStyle>
          <a:p>
            <a:r>
              <a:rPr lang="en-US" dirty="0"/>
              <a:t>Open</a:t>
            </a:r>
          </a:p>
          <a:p>
            <a:r>
              <a:rPr lang="en-US" dirty="0"/>
              <a:t>(also called Frontier)</a:t>
            </a:r>
          </a:p>
          <a:p>
            <a:r>
              <a:rPr lang="en-US" sz="1200" dirty="0"/>
              <a:t> (one of these will be searched next)</a:t>
            </a:r>
            <a:endParaRPr lang="en-DE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95CFD9-C883-498B-A2F0-04083B7AAC68}"/>
              </a:ext>
            </a:extLst>
          </p:cNvPr>
          <p:cNvSpPr txBox="1"/>
          <p:nvPr/>
        </p:nvSpPr>
        <p:spPr>
          <a:xfrm>
            <a:off x="1028330" y="1084419"/>
            <a:ext cx="2105273" cy="553998"/>
          </a:xfrm>
          <a:prstGeom prst="rect">
            <a:avLst/>
          </a:prstGeom>
          <a:solidFill>
            <a:srgbClr val="FFFF00">
              <a:alpha val="68000"/>
            </a:srgbClr>
          </a:solidFill>
        </p:spPr>
        <p:txBody>
          <a:bodyPr wrap="square" rtlCol="0">
            <a:spAutoFit/>
          </a:bodyPr>
          <a:lstStyle>
            <a:defPPr>
              <a:defRPr lang="en-DE"/>
            </a:defPPr>
          </a:lstStyle>
          <a:p>
            <a:r>
              <a:rPr lang="en-US" dirty="0"/>
              <a:t>Visited</a:t>
            </a:r>
          </a:p>
          <a:p>
            <a:r>
              <a:rPr lang="en-US" sz="1200" dirty="0"/>
              <a:t>(have already been searched)</a:t>
            </a:r>
            <a:endParaRPr lang="en-DE" sz="12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A7B4DBD-C474-4F02-8687-AF02F8638E3F}"/>
              </a:ext>
            </a:extLst>
          </p:cNvPr>
          <p:cNvCxnSpPr>
            <a:cxnSpLocks/>
          </p:cNvCxnSpPr>
          <p:nvPr/>
        </p:nvCxnSpPr>
        <p:spPr>
          <a:xfrm>
            <a:off x="1467258" y="1638417"/>
            <a:ext cx="639381" cy="1988703"/>
          </a:xfrm>
          <a:prstGeom prst="line">
            <a:avLst/>
          </a:prstGeom>
          <a:ln w="2540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5691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</Words>
  <Application>Microsoft Office PowerPoint</Application>
  <PresentationFormat>Breitbild</PresentationFormat>
  <Paragraphs>7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frank.trollmann@googlemail.com</dc:creator>
  <cp:lastModifiedBy>Frank Trollmann</cp:lastModifiedBy>
  <cp:revision>3</cp:revision>
  <dcterms:created xsi:type="dcterms:W3CDTF">2020-09-22T06:20:40Z</dcterms:created>
  <dcterms:modified xsi:type="dcterms:W3CDTF">2024-11-25T09:15:52Z</dcterms:modified>
</cp:coreProperties>
</file>